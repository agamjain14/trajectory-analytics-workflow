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9" r:id="rId4"/>
  </p:sldMasterIdLst>
  <p:notesMasterIdLst>
    <p:notesMasterId r:id="rId22"/>
  </p:notesMasterIdLst>
  <p:handoutMasterIdLst>
    <p:handoutMasterId r:id="rId23"/>
  </p:handoutMasterIdLst>
  <p:sldIdLst>
    <p:sldId id="256" r:id="rId21"/>
    <p:sldId id="257" r:id="rId20"/>
    <p:sldId id="258" r:id="rId19"/>
    <p:sldId id="259" r:id="rId18"/>
    <p:sldId id="260" r:id="rId17"/>
    <p:sldId id="261" r:id="rId16"/>
    <p:sldId id="262" r:id="rId15"/>
    <p:sldId id="263" r:id="rId14"/>
    <p:sldId id="264" r:id="rId13"/>
    <p:sldId id="265" r:id="rId12"/>
  </p:sldIdLst>
  <p:sldSz cx="12192000" cy="6858000"/>
  <p:notesSz cx="6858000" cy="9144000"/>
  <p:embeddedFontLst>
    <p:embeddedFont>
      <p:font typeface="Aptos Narrow" panose="020B0004020202020204" pitchFamily="34" charset="0"/>
      <p:regular r:id="rId24"/>
      <p:bold r:id="rId25"/>
      <p:italic r:id="rId26"/>
      <p:boldItalic r:id="rId27"/>
    </p:embeddedFont>
    <p:embeddedFont>
      <p:font typeface="HPE Graphik" pitchFamily="2" charset="77"/>
      <p:regular r:id="rId28"/>
      <p:bold r:id="rId29"/>
      <p:italic r:id="rId30"/>
      <p:boldItalic r:id="rId31"/>
    </p:embeddedFont>
    <p:embeddedFont>
      <p:font typeface="HPE Graphik Light" pitchFamily="2" charset="77"/>
      <p:regular r:id="rId32"/>
      <p:italic r:id="rId33"/>
    </p:embeddedFont>
    <p:embeddedFont>
      <p:font typeface="HPE Graphik Semibold" pitchFamily="2" charset="77"/>
      <p:regular r:id="rId34"/>
      <p:bold r:id="rId35"/>
      <p:italic r:id="rId36"/>
      <p:boldItalic r:id="rId37"/>
    </p:embeddedFont>
  </p:embeddedFontLst>
  <p:defaultTextStyle>
    <a:defPPr>
      <a:defRPr lang="en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668CF916-CBD2-4A4A-9C86-864C3DB6E35B}">
          <p14:sldIdLst>
            <p14:sldId id="256"/>
            <p14:sldId id="261"/>
            <p14:sldId id="267"/>
            <p14:sldId id="268"/>
            <p14:sldId id="262"/>
            <p14:sldId id="269"/>
            <p14:sldId id="266"/>
            <p14:sldId id="270"/>
            <p14:sldId id="263"/>
            <p14:sldId id="271"/>
            <p14:sldId id="272"/>
            <p14:sldId id="273"/>
            <p14:sldId id="274"/>
            <p14:sldId id="258"/>
            <p14:sldId id="278"/>
            <p14:sldId id="277"/>
            <p14:sldId id="259"/>
          </p14:sldIdLst>
        </p14:section>
        <p14:section name="Resources" id="{D85CCC6A-7797-4199-83BF-8D792478C407}">
          <p14:sldIdLst/>
        </p14:section>
        <p14:section name="Legal Guidelines" id="{DDA7053A-566B-4FE7-9E0E-C8C5E5E8E1C1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725"/>
    <a:srgbClr val="292D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Medium Style 1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8FB837D-C827-4EFA-A057-4D05807E0F7C}" styleName="Themed Style 1 –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73"/>
  </p:normalViewPr>
  <p:slideViewPr>
    <p:cSldViewPr snapToGrid="0">
      <p:cViewPr varScale="1">
        <p:scale>
          <a:sx n="137" d="100"/>
          <a:sy n="137" d="100"/>
        </p:scale>
        <p:origin x="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0.xml"/><Relationship Id="rId13" Type="http://schemas.openxmlformats.org/officeDocument/2006/relationships/slide" Target="slides/slide9.xml"/><Relationship Id="rId14" Type="http://schemas.openxmlformats.org/officeDocument/2006/relationships/slide" Target="slides/slide8.xml"/><Relationship Id="rId15" Type="http://schemas.openxmlformats.org/officeDocument/2006/relationships/slide" Target="slides/slide7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4.xml"/><Relationship Id="rId19" Type="http://schemas.openxmlformats.org/officeDocument/2006/relationships/slide" Target="slides/slide3.xml"/><Relationship Id="rId20" Type="http://schemas.openxmlformats.org/officeDocument/2006/relationships/slide" Target="slides/slide2.xml"/><Relationship Id="rId21" Type="http://schemas.openxmlformats.org/officeDocument/2006/relationships/slide" Target="slides/slide1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schemas.openxmlformats.org/officeDocument/2006/relationships/font" Target="fonts/font7.fntdata"/><Relationship Id="rId31" Type="http://schemas.openxmlformats.org/officeDocument/2006/relationships/font" Target="fonts/font8.fntdata"/><Relationship Id="rId32" Type="http://schemas.openxmlformats.org/officeDocument/2006/relationships/font" Target="fonts/font9.fntdata"/><Relationship Id="rId33" Type="http://schemas.openxmlformats.org/officeDocument/2006/relationships/font" Target="fonts/font10.fntdata"/><Relationship Id="rId34" Type="http://schemas.openxmlformats.org/officeDocument/2006/relationships/font" Target="fonts/font11.fntdata"/><Relationship Id="rId35" Type="http://schemas.openxmlformats.org/officeDocument/2006/relationships/font" Target="fonts/font12.fntdata"/><Relationship Id="rId36" Type="http://schemas.openxmlformats.org/officeDocument/2006/relationships/font" Target="fonts/font13.fntdata"/><Relationship Id="rId37" Type="http://schemas.openxmlformats.org/officeDocument/2006/relationships/font" Target="fonts/font14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BE70EE-ABFF-7898-FF38-C1C649A57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85076-C132-D0C4-F7C0-50C617DBDC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AD1A2-D870-8962-7D87-AA387B26B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050CF-DD4A-BEFB-2AF1-F594C68CF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75F8EC-3703-4D6A-8276-E9F606B6AE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00153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4649" y="143510"/>
            <a:ext cx="6101079" cy="2273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74650" y="504190"/>
            <a:ext cx="6101078" cy="343185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4650" y="4069396"/>
            <a:ext cx="6101080" cy="444062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</a:t>
            </a:r>
            <a:r>
              <a:rPr lang="pl-PL"/>
              <a:t>add text</a:t>
            </a:r>
            <a:endParaRPr lang="en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74650" y="8747760"/>
            <a:ext cx="487807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867400" y="8747760"/>
            <a:ext cx="608330" cy="22733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fld id="{20276FB5-B755-FF41-948A-F83E9AA573A8}" type="slidenum">
              <a:rPr lang="en-PL" smtClean="0"/>
              <a:pPr/>
              <a:t>‹#›</a:t>
            </a:fld>
            <a:endParaRPr lang="en-PL"/>
          </a:p>
        </p:txBody>
      </p:sp>
    </p:spTree>
    <p:extLst>
      <p:ext uri="{BB962C8B-B14F-4D97-AF65-F5344CB8AC3E}">
        <p14:creationId xmlns:p14="http://schemas.microsoft.com/office/powerpoint/2010/main" val="734060066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lnSpc>
        <a:spcPct val="90000"/>
      </a:lnSpc>
      <a:spcAft>
        <a:spcPts val="4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90000"/>
      </a:lnSpc>
      <a:spcAft>
        <a:spcPts val="400"/>
      </a:spcAft>
      <a:buFont typeface="HPE Graphik" pitchFamily="50" charset="0"/>
      <a:buChar char="—"/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90000"/>
      </a:lnSpc>
      <a:spcAft>
        <a:spcPts val="4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9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1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3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29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31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1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1">
            <a:extLst>
              <a:ext uri="{FF2B5EF4-FFF2-40B4-BE49-F238E27FC236}">
                <a16:creationId xmlns:a16="http://schemas.microsoft.com/office/drawing/2014/main" id="{F6E81DF5-9D1C-2874-F10C-40090BD539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4907" y="384049"/>
            <a:ext cx="1024130" cy="292608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6702D808-AF03-DEF9-0314-E4335A543C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Cover </a:t>
            </a:r>
            <a:r>
              <a:rPr lang="pl-PL"/>
              <a:t>1</a:t>
            </a:r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DEE9B376-05EC-3588-37E2-05C039D1F6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061C036-93AE-3BAB-6526-8E33EA44445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DBE2E1BB-CE0A-BA4E-62F3-C11C72B14B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4EC4B5E-61C1-0327-AC26-FD6B85B7F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FBDD54F-6F02-5565-BE03-576E378CDA1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A8CED90-83F5-DFF6-245A-6CD299701B8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Cover </a:t>
            </a:r>
            <a:r>
              <a:rPr lang="pl-PL"/>
              <a:t>2</a:t>
            </a:r>
            <a:endParaRPr lang="en-US"/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C9B879B3-45C8-291E-B795-79029A3CF9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199A56CF-9478-6AE1-8265-95E8C72FD0E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C7E62B9-7B57-1325-41F8-B563932F3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8D4869DF-7C8C-6D6D-CBDF-4F57DD5DF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61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3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6047C21-8C30-FF57-32D9-77CA97A7962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10" name="Title 2">
            <a:extLst>
              <a:ext uri="{FF2B5EF4-FFF2-40B4-BE49-F238E27FC236}">
                <a16:creationId xmlns:a16="http://schemas.microsoft.com/office/drawing/2014/main" id="{C22247A9-BAB1-E44F-778D-D7B252E624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3" y="1813791"/>
            <a:ext cx="10012359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Cover </a:t>
            </a:r>
            <a:r>
              <a:rPr lang="pl-PL"/>
              <a:t>3</a:t>
            </a:r>
            <a:endParaRPr lang="en-US"/>
          </a:p>
        </p:txBody>
      </p:sp>
      <p:sp>
        <p:nvSpPr>
          <p:cNvPr id="7" name="Subtitle 3">
            <a:extLst>
              <a:ext uri="{FF2B5EF4-FFF2-40B4-BE49-F238E27FC236}">
                <a16:creationId xmlns:a16="http://schemas.microsoft.com/office/drawing/2014/main" id="{9CAA1BA3-D079-6DA7-65CB-51062A7D93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903" y="3424765"/>
            <a:ext cx="10012359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 b="0" i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FFEB8AD-256D-84E9-5A93-EB95B92E4B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10012358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28D69DFE-88C2-F477-D6FA-5A27957CC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E86E6D92-7C0F-2881-3B5C-2BB90CF3E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54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E8EFE5D-1C0B-203B-2788-D4F44A09CA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pic>
        <p:nvPicPr>
          <p:cNvPr id="13" name="Picture Element 2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Cover 4 (with </a:t>
            </a:r>
            <a:r>
              <a:rPr lang="pl-PL"/>
              <a:t>light </a:t>
            </a:r>
            <a:r>
              <a:rPr lang="en-US"/>
              <a:t>picture)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1B627C3-C1BB-9558-7C73-E25CB3B6E8A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9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4 with Dark Picture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1">
            <a:extLst>
              <a:ext uri="{FF2B5EF4-FFF2-40B4-BE49-F238E27FC236}">
                <a16:creationId xmlns:a16="http://schemas.microsoft.com/office/drawing/2014/main" id="{5AD027A1-F5B6-22EB-1410-56C7B5289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pic>
        <p:nvPicPr>
          <p:cNvPr id="13" name="Picture Element 2">
            <a:extLst>
              <a:ext uri="{FF2B5EF4-FFF2-40B4-BE49-F238E27FC236}">
                <a16:creationId xmlns:a16="http://schemas.microsoft.com/office/drawing/2014/main" id="{599C7368-45FB-FA9F-C233-DCDE9E9A375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0" y="1518948"/>
            <a:ext cx="10934113" cy="5339064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4904" y="1813791"/>
            <a:ext cx="9144000" cy="1577109"/>
          </a:xfrm>
        </p:spPr>
        <p:txBody>
          <a:bodyPr lIns="0" tIns="46990" rIns="0" bIns="4699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Cover 4 (with dark picture)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6D5F3A39-BBD4-AFEB-B4E7-8CA166BB301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0972" y="3424765"/>
            <a:ext cx="9144000" cy="415635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EC55DFAC-A001-72E6-262A-D060D79E09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3840400"/>
            <a:ext cx="9144000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F1B627C3-C1BB-9558-7C73-E25CB3B6E8A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7BA235C-CFDA-EC42-8041-30F0839937F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17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36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5 with Pictur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 1">
            <a:extLst>
              <a:ext uri="{FF2B5EF4-FFF2-40B4-BE49-F238E27FC236}">
                <a16:creationId xmlns:a16="http://schemas.microsoft.com/office/drawing/2014/main" id="{F4DA0103-EE8D-10C5-8FF2-02FCBAFCB98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74908" y="384049"/>
            <a:ext cx="1024128" cy="29260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738" y="1178790"/>
            <a:ext cx="9144000" cy="1577109"/>
          </a:xfrm>
        </p:spPr>
        <p:txBody>
          <a:bodyPr lIns="0" tIns="46990" rIns="0" bIns="46990" anchor="b"/>
          <a:lstStyle>
            <a:lvl1pPr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Cover 5 (with picture)</a:t>
            </a:r>
          </a:p>
        </p:txBody>
      </p:sp>
      <p:sp>
        <p:nvSpPr>
          <p:cNvPr id="5" name="Subtitle 3">
            <a:extLst>
              <a:ext uri="{FF2B5EF4-FFF2-40B4-BE49-F238E27FC236}">
                <a16:creationId xmlns:a16="http://schemas.microsoft.com/office/drawing/2014/main" id="{A1730018-7DE4-8985-2868-18B01444A6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455099" y="2887955"/>
            <a:ext cx="2485505" cy="10268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 maximum three lines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F0BD8F41-4872-8861-CBF3-EDAA068B0DC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55098" y="3924300"/>
            <a:ext cx="2485506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BD4F32D-3591-565F-ADF6-7D7D28EF243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-1" y="2974206"/>
            <a:ext cx="9206753" cy="38837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0" tIns="0" rIns="0" bIns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Image placeholder</a:t>
            </a:r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585DF01E-4205-00B8-31D5-62F133D646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455097" y="6155690"/>
            <a:ext cx="1834441" cy="450628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3A8DF9B4-8078-C49B-C422-13DD4F863D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77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6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lement image 1" descr="A black and white rectangle with a green and black rectangle&#10;&#10;AI-generated content may be incorrect.">
            <a:extLst>
              <a:ext uri="{FF2B5EF4-FFF2-40B4-BE49-F238E27FC236}">
                <a16:creationId xmlns:a16="http://schemas.microsoft.com/office/drawing/2014/main" id="{557B342C-B686-916C-8D1E-533F53E2C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68" y="0"/>
            <a:ext cx="12187263" cy="6858000"/>
          </a:xfrm>
          <a:prstGeom prst="rect">
            <a:avLst/>
          </a:prstGeom>
        </p:spPr>
      </p:pic>
      <p:pic>
        <p:nvPicPr>
          <p:cNvPr id="12" name="Logo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60D540B-8356-03C5-A3D0-DD92935A31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4907" y="384049"/>
            <a:ext cx="1024130" cy="29260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01118B38-66E2-1853-9640-52CA013779F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9912" y="1127322"/>
            <a:ext cx="4465637" cy="2951480"/>
          </a:xfrm>
        </p:spPr>
        <p:txBody>
          <a:bodyPr tIns="46990" rIns="0" bIns="46990"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Cover 6 </a:t>
            </a:r>
            <a:br>
              <a:rPr lang="en-US"/>
            </a:br>
            <a:r>
              <a:rPr lang="en-US"/>
              <a:t>(with picture)</a:t>
            </a:r>
          </a:p>
        </p:txBody>
      </p:sp>
      <p:sp>
        <p:nvSpPr>
          <p:cNvPr id="22" name="Subtitle 4">
            <a:extLst>
              <a:ext uri="{FF2B5EF4-FFF2-40B4-BE49-F238E27FC236}">
                <a16:creationId xmlns:a16="http://schemas.microsoft.com/office/drawing/2014/main" id="{B4B6A315-F84A-43CB-2612-0093AD26A3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4650" y="4101316"/>
            <a:ext cx="4465638" cy="680234"/>
          </a:xfrm>
          <a:prstGeom prst="rect">
            <a:avLst/>
          </a:prstGeom>
        </p:spPr>
        <p:txBody>
          <a:bodyPr anchor="ctr"/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  <a:br>
              <a:rPr lang="en-US"/>
            </a:br>
            <a:r>
              <a:rPr lang="en-US"/>
              <a:t>over 2 lines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1E6999B2-BD34-3D8A-995A-23314865E5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7" y="4838706"/>
            <a:ext cx="4465637" cy="33855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GB"/>
              <a:t>Date</a:t>
            </a:r>
            <a:endParaRPr lang="en-PL"/>
          </a:p>
        </p:txBody>
      </p:sp>
      <p:sp>
        <p:nvSpPr>
          <p:cNvPr id="20" name="Footer Placeholder 6">
            <a:extLst>
              <a:ext uri="{FF2B5EF4-FFF2-40B4-BE49-F238E27FC236}">
                <a16:creationId xmlns:a16="http://schemas.microsoft.com/office/drawing/2014/main" id="{90E4737B-80BB-A453-9EC0-40344848478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A6F5877F-D5C2-0CC0-F815-A40F949BFE5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9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7" orient="horz" pos="2160">
          <p15:clr>
            <a:srgbClr val="FBAE40"/>
          </p15:clr>
        </p15:guide>
        <p15:guide id="8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/>
              <a:t>Divider 1</a:t>
            </a:r>
            <a:br>
              <a:rPr lang="en-US"/>
            </a:br>
            <a:r>
              <a:rPr lang="en-US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 here only if needed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7F33158-1754-653B-F011-1E6EDDA86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07E9BAFD-B89D-1DD6-6FAB-B033012DF6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5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/>
              <a:t>Divider 2</a:t>
            </a:r>
            <a:br>
              <a:rPr lang="en-US"/>
            </a:br>
            <a:r>
              <a:rPr lang="en-US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 here only if needed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C1509-153F-BD27-73E3-F87006A3E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18031-32A0-57F5-89E3-BD97D3EE4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728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AA170-8CC0-47B1-FE7B-FCA095BCC1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1439980"/>
            <a:ext cx="8599487" cy="184665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6000" b="0" i="0">
                <a:latin typeface="HPE Graphik Light" pitchFamily="2" charset="77"/>
              </a:defRPr>
            </a:lvl1pPr>
          </a:lstStyle>
          <a:p>
            <a:r>
              <a:rPr lang="en-US"/>
              <a:t>Divider 3</a:t>
            </a:r>
            <a:br>
              <a:rPr lang="en-US"/>
            </a:br>
            <a:r>
              <a:rPr lang="en-US"/>
              <a:t>two lines max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C2486-EF2B-1442-FE2C-36120DCDA0B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021" y="3424794"/>
            <a:ext cx="6633379" cy="365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Subtitle here only if needed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23C35D8-793D-910E-958E-12734E9433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B0ABB62-7FB2-A10A-FB79-640977444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 with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lement Image 1">
            <a:extLst>
              <a:ext uri="{FF2B5EF4-FFF2-40B4-BE49-F238E27FC236}">
                <a16:creationId xmlns:a16="http://schemas.microsoft.com/office/drawing/2014/main" id="{1A711596-B981-E895-2147-80AF02FC6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96" t="654" r="1416" b="120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951F0D95-92C8-F614-A840-CCF636DDB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5" y="393193"/>
            <a:ext cx="11433977" cy="946080"/>
          </a:xfrm>
        </p:spPr>
        <p:txBody>
          <a:bodyPr lIns="0" tIns="0" rIns="91440" bIns="0"/>
          <a:lstStyle>
            <a:lvl1pPr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defRPr sz="6000" b="0">
                <a:solidFill>
                  <a:schemeClr val="tx1"/>
                </a:solidFill>
                <a:latin typeface="HPE Graphik Light" pitchFamily="50" charset="0"/>
              </a:defRPr>
            </a:lvl1pPr>
          </a:lstStyle>
          <a:p>
            <a:r>
              <a:rPr lang="en-US"/>
              <a:t>Divider 4 (with picture)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D7B23CD-0964-2C4F-2645-F616DF81D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1C3AD242-1EDC-575F-5C91-FD24DABDDF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51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599" y="1165860"/>
            <a:ext cx="11404800" cy="5097600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6B6C3F6-7864-1614-6433-B6E9205341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A371ED-2734-3586-C69F-E31DDE6FB9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657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2753FE-5D9A-4A5E-B0B2-3DAAE2EB35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F2DF35-63BF-460F-A215-8F5110C2F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D62CB2E-81D7-48A5-A15B-340BF48D21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4268E2A-81AF-75F2-036F-19A286FA8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1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70D9BB8-8D8D-4F83-B418-E1A6910A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3BBDD58-9EEC-48BC-A84C-F80FB78CB21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4904" y="1541417"/>
            <a:ext cx="11433977" cy="4730795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8A2B8FB-372C-42B9-B280-9D39EC303B0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/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42026B78-68E1-478D-8813-92F76EAC82C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9858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B93E-9AAB-D047-1D10-C52AC4536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bIns="0" anchor="t"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95F41DF-93F3-CDC9-2F09-5645DCF4B1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33978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B383B-1E87-87BA-8652-6B7B1E2F64D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8B1FDE8-1311-7248-18A8-D4800084C25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A4E9F6-3410-0A4E-80C1-A550B6D95A6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9EDB93-5BF6-4D1D-9D5F-0E75F455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15C04D0B-D5E2-4F74-B1D6-45E2AEA840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lIns="0" tIns="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one-line subtitle</a:t>
            </a:r>
          </a:p>
        </p:txBody>
      </p:sp>
      <p:sp>
        <p:nvSpPr>
          <p:cNvPr id="19" name="Heading 3"/>
          <p:cNvSpPr>
            <a:spLocks noGrp="1"/>
          </p:cNvSpPr>
          <p:nvPr>
            <p:ph type="body" sz="quarter" idx="18" hasCustomPrompt="1"/>
          </p:nvPr>
        </p:nvSpPr>
        <p:spPr>
          <a:xfrm>
            <a:off x="374902" y="1526183"/>
            <a:ext cx="11433977" cy="369486"/>
          </a:xfrm>
          <a:prstGeom prst="rect">
            <a:avLst/>
          </a:prstGeom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one-line heading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60021C6-A6F0-40F0-A299-B8269BE0F49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374904" y="1920874"/>
            <a:ext cx="11433977" cy="4358006"/>
          </a:xfrm>
          <a:prstGeom prst="rect">
            <a:avLst/>
          </a:prstGeom>
        </p:spPr>
        <p:txBody>
          <a:bodyPr lIns="0" r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EA3E28B-F7AC-49D0-8E77-F09CC76C6D4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HPE internal use only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9D217CA8-FB11-4E4A-BBCD-EE7B837F4D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defTabSz="1088421"/>
            <a:fld id="{104FC826-72BB-4AF1-BA01-A94F7396A7DC}" type="slidenum">
              <a:rPr lang="en-US" smtClean="0"/>
              <a:pPr defTabSz="1088421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5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4243D16-78B0-BF7E-7EE9-B51138BA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/>
          <p:cNvSpPr>
            <a:spLocks noGrp="1"/>
          </p:cNvSpPr>
          <p:nvPr>
            <p:ph sz="quarter" idx="18"/>
          </p:nvPr>
        </p:nvSpPr>
        <p:spPr>
          <a:xfrm>
            <a:off x="6260021" y="1165860"/>
            <a:ext cx="5523992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7BAE68A-27A7-6C3D-4142-7F3922D49B3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9444F98-C525-C008-1B46-B4DCF8808D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27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7"/>
            <a:ext cx="5523992" cy="4729841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13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541418"/>
            <a:ext cx="5523992" cy="473746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09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974DB35-5793-0F87-263A-3DF2B2C45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8" cy="369486"/>
          </a:xfrm>
          <a:prstGeom prst="rect">
            <a:avLst/>
          </a:prstGeom>
        </p:spPr>
        <p:txBody>
          <a:bodyPr vert="horz" lIns="0" tIns="0" rIns="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8312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Content Placeholder 4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8312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D58A9-ACB6-18F7-EA6C-D39468541C2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693A83-2C34-7CA2-21A7-C377B3F9D1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18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8584B-E718-4F58-9AF1-BDBF5AD7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" name="Heading 2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3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one-line heading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Heading 4"/>
          <p:cNvSpPr>
            <a:spLocks noGrp="1"/>
          </p:cNvSpPr>
          <p:nvPr>
            <p:ph type="body" sz="quarter" idx="21" hasCustomPrompt="1"/>
          </p:nvPr>
        </p:nvSpPr>
        <p:spPr>
          <a:xfrm>
            <a:off x="6260399" y="1129022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rgbClr val="292D3A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one-line heading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20"/>
          </p:nvPr>
        </p:nvSpPr>
        <p:spPr>
          <a:xfrm>
            <a:off x="6260021" y="1541418"/>
            <a:ext cx="5523992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HPE Graphik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A21F8B9-A226-C863-E39B-92687650DAAD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C22C88C5-7051-4300-5EDA-B8F76B6C396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0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4DC083-771D-42FC-A297-31FED0158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BE367876-B551-4115-B469-74C12D0C1C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29" name="Heading 3">
            <a:extLst>
              <a:ext uri="{FF2B5EF4-FFF2-40B4-BE49-F238E27FC236}">
                <a16:creationId xmlns:a16="http://schemas.microsoft.com/office/drawing/2014/main" id="{4FFD9C8F-5583-4BD3-BF48-097D5D045AD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4904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one-line heading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790CE829-C5DB-4D0F-8D68-9F31A94FC42A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74904" y="1888132"/>
            <a:ext cx="5523992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9144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Heading 5">
            <a:extLst>
              <a:ext uri="{FF2B5EF4-FFF2-40B4-BE49-F238E27FC236}">
                <a16:creationId xmlns:a16="http://schemas.microsoft.com/office/drawing/2014/main" id="{0F35A58C-1284-494F-A5A7-A8680CA3222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021" y="1473135"/>
            <a:ext cx="5523992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one-line heading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C2D9C38D-0C96-4F06-9088-13547C056F33}"/>
              </a:ext>
            </a:extLst>
          </p:cNvPr>
          <p:cNvSpPr>
            <a:spLocks noGrp="1"/>
          </p:cNvSpPr>
          <p:nvPr>
            <p:ph sz="quarter" idx="25"/>
          </p:nvPr>
        </p:nvSpPr>
        <p:spPr>
          <a:xfrm>
            <a:off x="6260021" y="1888133"/>
            <a:ext cx="5523992" cy="4390746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1902BBC2-BD44-DEAF-58E4-737CC53BBBD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38DD5D5E-5ECA-A659-E4D1-059428798A6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6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C09279-0D09-4109-A953-16A88732F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sz="quarter" idx="17"/>
          </p:nvPr>
        </p:nvSpPr>
        <p:spPr>
          <a:xfrm>
            <a:off x="385100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quarter" idx="18"/>
          </p:nvPr>
        </p:nvSpPr>
        <p:spPr>
          <a:xfrm>
            <a:off x="4268787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4"/>
          <p:cNvSpPr>
            <a:spLocks noGrp="1"/>
          </p:cNvSpPr>
          <p:nvPr>
            <p:ph sz="quarter" idx="19"/>
          </p:nvPr>
        </p:nvSpPr>
        <p:spPr>
          <a:xfrm>
            <a:off x="8152474" y="1165860"/>
            <a:ext cx="3628711" cy="510063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107EAFD6-415C-88F0-6EE5-4D5D4B8A954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D781A8C7-DBC3-6CA7-393A-B76EB01BD15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7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 anchorCtr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5786B1-1D78-07AE-99E2-9ACA6A302D5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C5CFBF7C-9A9D-283B-3040-62F4E8BBA2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CE933D73-FF2E-5038-2928-57B052E6DEC6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E1CB3F7-BD80-2E75-509D-9F8010556A9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9199F5B5-25C5-2F5D-8947-057651169F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31" name="Content Placeholder 3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715285DB-111F-371C-CCBA-1DD3F3E0D33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B08A4F95-E980-ECB5-112F-5B4A2D0D770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), Subtitle and Thre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93031B0-6E1E-B6BC-F704-43FCCED1C6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160BF6E-DA8E-1A7C-AB98-3EE8B0248F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tIns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Optional subhead placeholder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5D01BB8-727D-8CA2-AA4D-A23CC782B59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B155FBF-4BEC-C1E1-CB2C-2ED0CF71CC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E1F0C114-EFF4-4AC2-300D-DD8958809D03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B06B5E63-2A42-E758-4078-93602512C48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73BBC2BF-0D27-EE97-15E2-3172489A9EF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33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EE87AE-0267-4C69-AFD6-F9C64969A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3" y="393192"/>
            <a:ext cx="11442627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Heading 2"/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4" name="Content Placeholder 3"/>
          <p:cNvSpPr>
            <a:spLocks noGrp="1"/>
          </p:cNvSpPr>
          <p:nvPr>
            <p:ph sz="quarter" idx="17"/>
          </p:nvPr>
        </p:nvSpPr>
        <p:spPr>
          <a:xfrm>
            <a:off x="37490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7" name="Heading 4"/>
          <p:cNvSpPr>
            <a:spLocks noGrp="1"/>
          </p:cNvSpPr>
          <p:nvPr>
            <p:ph type="body" sz="quarter" idx="23" hasCustomPrompt="1"/>
          </p:nvPr>
        </p:nvSpPr>
        <p:spPr>
          <a:xfrm>
            <a:off x="4276344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8"/>
          </p:nvPr>
        </p:nvSpPr>
        <p:spPr>
          <a:xfrm>
            <a:off x="4276344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Heading 6"/>
          <p:cNvSpPr>
            <a:spLocks noGrp="1"/>
          </p:cNvSpPr>
          <p:nvPr>
            <p:ph type="body" sz="quarter" idx="21" hasCustomPrompt="1"/>
          </p:nvPr>
        </p:nvSpPr>
        <p:spPr>
          <a:xfrm>
            <a:off x="8186492" y="1142201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26" name="Content Placeholder 7"/>
          <p:cNvSpPr>
            <a:spLocks noGrp="1"/>
          </p:cNvSpPr>
          <p:nvPr>
            <p:ph sz="quarter" idx="22"/>
          </p:nvPr>
        </p:nvSpPr>
        <p:spPr>
          <a:xfrm>
            <a:off x="8186492" y="1541418"/>
            <a:ext cx="3631039" cy="4729842"/>
          </a:xfrm>
          <a:prstGeom prst="rect">
            <a:avLst/>
          </a:prstGeom>
          <a:ln>
            <a:noFill/>
            <a:miter lim="800000"/>
          </a:ln>
        </p:spPr>
        <p:txBody>
          <a:bodyPr lIns="0" tIns="45720" rIns="0" bIns="45720" anchor="t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DF9555D4-44D6-AEAB-C73E-7D5E09D78D6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0DBD838-E55E-389E-324E-987E3489B3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7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9EF0ECA-DE60-41FE-A905-507AB71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831EBB5-21C4-4F56-9D7F-EDB7844B96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29" name="Heading 3">
            <a:extLst>
              <a:ext uri="{FF2B5EF4-FFF2-40B4-BE49-F238E27FC236}">
                <a16:creationId xmlns:a16="http://schemas.microsoft.com/office/drawing/2014/main" id="{2C5A79F9-54A7-42C3-958C-707025A751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4905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31" name="Content Placeholder 4">
            <a:extLst>
              <a:ext uri="{FF2B5EF4-FFF2-40B4-BE49-F238E27FC236}">
                <a16:creationId xmlns:a16="http://schemas.microsoft.com/office/drawing/2014/main" id="{31336B0C-F91E-47D8-936F-836334818CB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85100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Heading 5">
            <a:extLst>
              <a:ext uri="{FF2B5EF4-FFF2-40B4-BE49-F238E27FC236}">
                <a16:creationId xmlns:a16="http://schemas.microsoft.com/office/drawing/2014/main" id="{1E3C34FD-66F2-429D-BA98-17802C5C83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5611" y="1490550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F2DA2588-EB78-4045-A57D-317AA672516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265611" y="1888132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Heading 7">
            <a:extLst>
              <a:ext uri="{FF2B5EF4-FFF2-40B4-BE49-F238E27FC236}">
                <a16:creationId xmlns:a16="http://schemas.microsoft.com/office/drawing/2014/main" id="{2B395F8D-D2D6-46E9-A9E6-236C365E0B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46122" y="1499259"/>
            <a:ext cx="3631039" cy="369486"/>
          </a:xfrm>
          <a:prstGeom prst="rect">
            <a:avLst/>
          </a:prstGeom>
          <a:ln>
            <a:noFill/>
            <a:miter lim="800000"/>
          </a:ln>
        </p:spPr>
        <p:txBody>
          <a:bodyPr lIns="0" tIns="0" rIns="91440" bIns="4572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HPE Graphik Semibold" pitchFamily="50" charset="0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Click to add heading</a:t>
            </a:r>
          </a:p>
        </p:txBody>
      </p:sp>
      <p:sp>
        <p:nvSpPr>
          <p:cNvPr id="19" name="Content Placeholder 8">
            <a:extLst>
              <a:ext uri="{FF2B5EF4-FFF2-40B4-BE49-F238E27FC236}">
                <a16:creationId xmlns:a16="http://schemas.microsoft.com/office/drawing/2014/main" id="{1074A59D-DDE4-4FB2-838A-D5C8E7AD19E1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146122" y="1896841"/>
            <a:ext cx="3628710" cy="4390747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53F4A635-D29C-5A5D-714B-00FFBC11273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3E2F088-5C0B-D552-5583-1D142B559A9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6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AE54251-B0D2-4947-83BB-BD7F95F3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20F9A92-64E5-9B39-37FB-32E33BE347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C1C6913-628D-910F-538E-B2627BE588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441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7764AC2A-714D-48E6-8850-2398C74A59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5366A10F-E470-2340-640E-A14F86626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75F6F1F-DB9C-06A9-C184-CF5F49CEF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7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1D03-EF6B-45A2-9268-5A807C7A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71AE6212-DACF-49FB-929D-2FA8B00CFD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4FA5188-3004-E27B-6C13-6CEBF1DE5A1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73A4466B-6230-7EB6-5A32-83ABCAD0DC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8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, 2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5535819F-7681-4776-AE9B-BEAB22E80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11442628" cy="775846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</a:t>
            </a:r>
            <a:br>
              <a:rPr lang="en-US"/>
            </a:br>
            <a:r>
              <a:rPr lang="en-US"/>
              <a:t>two-line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957406C-CA6F-47F8-9FC9-A15BE313C4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1216152"/>
            <a:ext cx="11442626" cy="369486"/>
          </a:xfrm>
          <a:prstGeom prst="rect">
            <a:avLst/>
          </a:prstGeom>
        </p:spPr>
        <p:txBody>
          <a:bodyPr vert="horz" lIns="0" tIns="0" rIns="0" bIns="45720" rtlCol="0" anchor="t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2000" baseline="0" dirty="0">
                <a:solidFill>
                  <a:schemeClr val="tx1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EC1AB-5084-D572-D008-65E0904E99A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AFB48-7218-4A49-8C9C-891144C1538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9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1C1C31-7119-4D9E-8DED-87033B4B0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7470648" cy="509646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84DB124-5DB1-4AD3-9276-D81D2209D17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8294255" y="999540"/>
            <a:ext cx="3479038" cy="5100531"/>
          </a:xfrm>
          <a:prstGeom prst="rect">
            <a:avLst/>
          </a:prstGeom>
          <a:ln>
            <a:noFill/>
            <a:miter lim="800000"/>
          </a:ln>
        </p:spPr>
        <p:txBody>
          <a:bodyPr lIns="0" rIns="0"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377B5-1282-FF1A-9E56-8C043D9FCD9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3186F-3885-5DE5-8FA5-6CD9D9747D4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4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48EE7C4-611A-445E-A636-05C3A89474E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81000" y="999540"/>
            <a:ext cx="55626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1475"/>
            <a:ext cx="5564990" cy="1984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Picture Placeholder 4">
            <a:extLst>
              <a:ext uri="{FF2B5EF4-FFF2-40B4-BE49-F238E27FC236}">
                <a16:creationId xmlns:a16="http://schemas.microsoft.com/office/drawing/2014/main" id="{BFE93BF0-E1B7-4E00-B095-E182346B5D7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22013" y="985963"/>
            <a:ext cx="5562000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219023" y="4131540"/>
            <a:ext cx="5564990" cy="20343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DF64BF61-1E66-23EC-73D9-9D4373CF4EF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7F4CAAFC-7C73-8B7A-5AEF-933F0A6EB319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19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DA0A33-9CC4-4DCC-85C5-5D814DA5F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8" hasCustomPrompt="1"/>
          </p:nvPr>
        </p:nvSpPr>
        <p:spPr>
          <a:xfrm>
            <a:off x="379447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F3BA045-26B3-4E52-9906-6D3BA8787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4904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 marL="540000" indent="0">
              <a:buNone/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5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4239004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A3D17EC-2963-45F0-9DC4-19C039BA810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32908" y="4184650"/>
            <a:ext cx="3684404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Picture Placeholder 6"/>
          <p:cNvSpPr>
            <a:spLocks noGrp="1"/>
          </p:cNvSpPr>
          <p:nvPr>
            <p:ph type="pic" sz="quarter" idx="22" hasCustomPrompt="1"/>
          </p:nvPr>
        </p:nvSpPr>
        <p:spPr>
          <a:xfrm>
            <a:off x="8097009" y="999540"/>
            <a:ext cx="3678308" cy="3132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45BD124-6171-43C5-8405-25101FA6FBF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90912" y="4184650"/>
            <a:ext cx="3684405" cy="198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B7CE0358-7593-FDA7-B0FB-FF0EC1E3203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C087F768-80AD-E284-7CB0-AA45A8DB30A4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32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urp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5498"/>
          </a:xfrm>
        </p:spPr>
        <p:txBody>
          <a:bodyPr lIns="0" tIns="0" rIns="91440" bIns="0" anchor="t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000">
                <a:solidFill>
                  <a:srgbClr val="292D3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B045ACD-D682-9F85-8976-3DE690571A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4904" y="854202"/>
            <a:ext cx="11433978" cy="369486"/>
          </a:xfrm>
          <a:prstGeom prst="rect">
            <a:avLst/>
          </a:prstGeom>
        </p:spPr>
        <p:txBody>
          <a:bodyPr vert="horz" lIns="0" tIns="0" rIns="91440" bIns="45720" rtlCol="0" anchor="ctr"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" panose="020B0604020202020204" pitchFamily="34" charset="0"/>
              <a:buNone/>
              <a:defRPr sz="2000" baseline="0" dirty="0">
                <a:solidFill>
                  <a:srgbClr val="292D3A"/>
                </a:solidFill>
                <a:latin typeface="+mn-lt"/>
              </a:defRPr>
            </a:lvl1pPr>
          </a:lstStyle>
          <a:p>
            <a:pPr marL="182880" lvl="0" indent="-182880">
              <a:spcBef>
                <a:spcPts val="0"/>
              </a:spcBef>
            </a:pPr>
            <a:r>
              <a:rPr lang="en-US"/>
              <a:t>Click to add one-line subtitle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74905" y="1541418"/>
            <a:ext cx="3393532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4"/>
          <p:cNvSpPr>
            <a:spLocks noGrp="1"/>
          </p:cNvSpPr>
          <p:nvPr>
            <p:ph sz="quarter" idx="13"/>
          </p:nvPr>
        </p:nvSpPr>
        <p:spPr>
          <a:xfrm>
            <a:off x="4100945" y="1533798"/>
            <a:ext cx="7707937" cy="4737462"/>
          </a:xfrm>
          <a:prstGeom prst="rect">
            <a:avLst/>
          </a:prstGeom>
        </p:spPr>
        <p:txBody>
          <a:bodyPr lIns="0" tIns="45720" rIns="0" bIns="45720" anchor="ctr"/>
          <a:lstStyle>
            <a:lvl1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rgbClr val="292D3A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0C3246-51E8-2C6D-91C1-DC5E683C70B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66BA11A-FF4F-0B31-22B7-B062F5B3F9B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9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icture and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B5CDF8B-3973-89BC-B0C3-009916811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393192"/>
            <a:ext cx="3462615" cy="841248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pl-PL"/>
              <a:t>Title and</a:t>
            </a:r>
            <a:br>
              <a:rPr lang="pl-PL"/>
            </a:br>
            <a:r>
              <a:rPr lang="pl-PL"/>
              <a:t>content only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9192AB6B-CCDC-C9ED-9B4D-B9B1DAE2FC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4905" y="1541418"/>
            <a:ext cx="3462614" cy="4729842"/>
          </a:xfrm>
          <a:prstGeom prst="rect">
            <a:avLst/>
          </a:prstGeom>
        </p:spPr>
        <p:txBody>
          <a:bodyPr lIns="0" tIns="45720" rIns="0" bIns="45720"/>
          <a:lstStyle>
            <a:lvl1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1pPr>
            <a:lvl2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2pPr>
            <a:lvl3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3pPr>
            <a:lvl4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4pPr>
            <a:lvl5pPr>
              <a:spcAft>
                <a:spcPts val="0"/>
              </a:spcAft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3D244D9-326C-937C-4B8E-43F52273E3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/>
          </p:nvPr>
        </p:nvSpPr>
        <p:spPr>
          <a:xfrm>
            <a:off x="4210050" y="0"/>
            <a:ext cx="798195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Number Text Placeholder 4">
            <a:extLst>
              <a:ext uri="{FF2B5EF4-FFF2-40B4-BE49-F238E27FC236}">
                <a16:creationId xmlns:a16="http://schemas.microsoft.com/office/drawing/2014/main" id="{C8956EBD-8393-95D1-85FB-895F28E855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94255" y="4073237"/>
            <a:ext cx="3897745" cy="2784764"/>
          </a:xfrm>
          <a:prstGeom prst="rect">
            <a:avLst/>
          </a:prstGeom>
          <a:gradFill flip="none" rotWithShape="1">
            <a:gsLst>
              <a:gs pos="14000">
                <a:srgbClr val="05CC93"/>
              </a:gs>
              <a:gs pos="39000">
                <a:srgbClr val="05CC93">
                  <a:alpha val="80353"/>
                </a:srgbClr>
              </a:gs>
              <a:gs pos="85000">
                <a:schemeClr val="bg1">
                  <a:alpha val="0"/>
                </a:schemeClr>
              </a:gs>
            </a:gsLst>
            <a:lin ang="2700000" scaled="1"/>
            <a:tileRect/>
          </a:gradFill>
        </p:spPr>
        <p:txBody>
          <a:bodyPr vert="horz" lIns="274320" tIns="274320" rIns="182880" bIns="182880" rtlCol="0">
            <a:noAutofit/>
          </a:bodyPr>
          <a:lstStyle>
            <a:lvl1pPr>
              <a:defRPr lang="en-US" sz="6000" dirty="0">
                <a:solidFill>
                  <a:schemeClr val="tx1"/>
                </a:solidFill>
                <a:latin typeface="HPE Graphik Light" pitchFamily="50" charset="0"/>
              </a:defRPr>
            </a:lvl1pPr>
            <a:lvl2pPr>
              <a:defRPr lang="en-US" dirty="0">
                <a:solidFill>
                  <a:sysClr val="windowText" lastClr="000000"/>
                </a:solidFill>
              </a:defRPr>
            </a:lvl2pPr>
          </a:lstStyle>
          <a:p>
            <a:pPr lvl="0">
              <a:lnSpc>
                <a:spcPct val="90000"/>
              </a:lnSpc>
            </a:pPr>
            <a:r>
              <a:rPr lang="en-US"/>
              <a:t>XX%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5D24DA-8A81-CB0A-0EE3-30119C813D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586788" y="5251730"/>
            <a:ext cx="3230307" cy="88538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5C2101BA-46FD-36C0-99F1-408C742C972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32D4E478-B9A3-DF0A-2BC5-A31D39827A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66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CBED57-19AD-707F-6DA8-8B468453C5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0136B64A-A8CA-B4F8-1ED1-53DA9C290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12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596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ge-To-Edge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"/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  <a:miter lim="800000"/>
          </a:ln>
        </p:spPr>
        <p:txBody>
          <a:bodyPr anchor="ctr"/>
          <a:lstStyle>
            <a:lvl1pPr marL="0" indent="0" algn="ctr">
              <a:buNone/>
              <a:defRPr>
                <a:latin typeface="+mn-lt"/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56B6084-0FE4-4048-3583-741AE0C95AE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51FA49D1-EA5E-4BDC-03EF-986C3CB3B9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53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1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8C0B22-3DC2-E652-E265-9A67A96AF6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/>
              <a:t>Big idea statement single line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1BA14BF-4CB3-F25B-80B2-5B579ED386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303F11-128A-0352-F6B9-03E0CB827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5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615"/>
            <a:ext cx="9416520" cy="2306296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latin typeface="HPE Graphik Light" pitchFamily="2" charset="77"/>
              </a:defRPr>
            </a:lvl1pPr>
          </a:lstStyle>
          <a:p>
            <a:r>
              <a:rPr lang="en-US"/>
              <a:t>Big idea statement or section header with multiple lines can be placed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C4FC89-98CE-BBFA-D898-76DCDE986A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742BF92-646B-24E1-901E-D19598CBB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6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3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2CDC00-5B37-BE1C-550C-F0774AF95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0224"/>
            <a:ext cx="10098780" cy="847538"/>
          </a:xfrm>
        </p:spPr>
        <p:txBody>
          <a:bodyPr/>
          <a:lstStyle>
            <a:lvl1pPr>
              <a:defRPr sz="5500"/>
            </a:lvl1pPr>
          </a:lstStyle>
          <a:p>
            <a:r>
              <a:rPr lang="en-US"/>
              <a:t>Big idea statement single line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D7AC752-1063-D945-4038-6C1905F0CC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BD784A7-2DD7-80EE-047F-D63021A326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22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4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8"/>
            <a:ext cx="9457413" cy="2304288"/>
          </a:xfrm>
        </p:spPr>
        <p:txBody>
          <a:bodyPr/>
          <a:lstStyle>
            <a:lvl1pPr>
              <a:lnSpc>
                <a:spcPct val="85000"/>
              </a:lnSpc>
              <a:defRPr sz="55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/>
              <a:t>Big idea statement or section header with multiple lines can be placed here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EAC085-14E9-0648-9F2A-D3AD872D97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FCAEB46-BF54-E6AC-203B-DC671344E5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71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5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47254" y="374650"/>
            <a:ext cx="4062159" cy="3553883"/>
          </a:xfrm>
        </p:spPr>
        <p:txBody>
          <a:bodyPr anchor="t"/>
          <a:lstStyle>
            <a:lvl1pPr>
              <a:lnSpc>
                <a:spcPct val="90000"/>
              </a:lnSpc>
              <a:defRPr sz="4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r>
              <a:rPr lang="en-US"/>
              <a:t>Big idea</a:t>
            </a:r>
            <a:br>
              <a:rPr lang="en-US"/>
            </a:br>
            <a:r>
              <a:rPr lang="en-US"/>
              <a:t>statement with</a:t>
            </a:r>
            <a:br>
              <a:rPr lang="en-US"/>
            </a:br>
            <a:r>
              <a:rPr lang="en-US"/>
              <a:t>multiple lines</a:t>
            </a:r>
            <a:br>
              <a:rPr lang="en-US"/>
            </a:br>
            <a:r>
              <a:rPr lang="en-US"/>
              <a:t>placed here</a:t>
            </a:r>
            <a:br>
              <a:rPr lang="en-US"/>
            </a:br>
            <a:r>
              <a:rPr lang="en-US"/>
              <a:t>lorem ipsum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58DE96-548B-9145-85BC-5AF5D72537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3DAEC1C-FBEC-C5AF-4FAC-F67E7EBEFD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52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Quote or Statement 6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2FC9F-8AB0-7F54-8921-E13E2DDC8D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4" y="2304289"/>
            <a:ext cx="5676900" cy="3747262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5000" b="0" i="0">
                <a:solidFill>
                  <a:schemeClr val="tx1"/>
                </a:solidFill>
                <a:latin typeface="HPE Graphik Light" pitchFamily="2" charset="77"/>
              </a:defRPr>
            </a:lvl1pPr>
          </a:lstStyle>
          <a:p>
            <a:pPr algn="l"/>
            <a:r>
              <a:rPr lang="en-US"/>
              <a:t>Big idea statement with multiple lines placed here</a:t>
            </a:r>
            <a:br>
              <a:rPr lang="en-US"/>
            </a:br>
            <a:r>
              <a:rPr lang="en-US"/>
              <a:t>lorem ipsum dolor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714F5D-2F9A-82E8-FC18-7CB2687548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A51A1E7-04E9-D26E-A5C3-735AE6D398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38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56764AC-9C6B-4C1D-BE2B-C4E8A087CA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374903" y="2449576"/>
            <a:ext cx="8188525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/>
              <a:t>Thank </a:t>
            </a:r>
            <a:r>
              <a:rPr lang="pl-PL"/>
              <a:t>You</a:t>
            </a:r>
            <a:endParaRPr lang="en-US"/>
          </a:p>
        </p:txBody>
      </p:sp>
      <p:sp>
        <p:nvSpPr>
          <p:cNvPr id="17" name="Speaker Information 2">
            <a:extLst>
              <a:ext uri="{FF2B5EF4-FFF2-40B4-BE49-F238E27FC236}">
                <a16:creationId xmlns:a16="http://schemas.microsoft.com/office/drawing/2014/main" id="{6BDD934D-C46A-42E7-82F9-E43F9A3604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383433" y="3392391"/>
            <a:ext cx="8188525" cy="876300"/>
          </a:xfrm>
          <a:prstGeom prst="rect">
            <a:avLst/>
          </a:prstGeom>
        </p:spPr>
        <p:txBody>
          <a:bodyPr lIns="0" tIns="45720" rIns="0" bIns="4572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Speaker contact information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8F29566-5470-D3D8-0F61-D70F81B7E5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A720469-4E8E-4F55-96D3-10560B47177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3153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Light Pictur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 1" descr="A green and grey gradient&#10;&#10;AI-generated content may be incorrect.">
            <a:extLst>
              <a:ext uri="{FF2B5EF4-FFF2-40B4-BE49-F238E27FC236}">
                <a16:creationId xmlns:a16="http://schemas.microsoft.com/office/drawing/2014/main" id="{DE9F31A4-7BA9-4409-0FF0-FF9FD06F3DB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368339"/>
            <a:ext cx="10819505" cy="41148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tx1"/>
                </a:solidFill>
              </a:defRPr>
            </a:lvl1pPr>
          </a:lstStyle>
          <a:p>
            <a:r>
              <a:rPr lang="en-US"/>
              <a:t>Thank </a:t>
            </a:r>
            <a:r>
              <a:rPr lang="pl-PL"/>
              <a:t>You</a:t>
            </a:r>
            <a:r>
              <a:rPr lang="en-US"/>
              <a:t> (</a:t>
            </a:r>
            <a:r>
              <a:rPr lang="pl-PL"/>
              <a:t>light</a:t>
            </a:r>
            <a:r>
              <a:rPr lang="en-US"/>
              <a:t> picture)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2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tx1"/>
                </a:solidFill>
              </a:defRPr>
            </a:lvl1pPr>
          </a:lstStyle>
          <a:p>
            <a:r>
              <a:rPr lang="en-US"/>
              <a:t>Speaker contact information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7BE8274-93CB-8904-C782-810A38A1D7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066ECF0A-4D7E-CA75-6327-AA0FF80CF9A4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smtClean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9803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with Dark Picture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Element 1" descr="A green and grey gradient&#10;&#10;AI-generated content may be incorrect.">
            <a:extLst>
              <a:ext uri="{FF2B5EF4-FFF2-40B4-BE49-F238E27FC236}">
                <a16:creationId xmlns:a16="http://schemas.microsoft.com/office/drawing/2014/main" id="{547D85B3-8CD9-9846-DB0A-12364143C2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0" y="1371600"/>
            <a:ext cx="10819505" cy="4114800"/>
          </a:xfrm>
          <a:prstGeom prst="rect">
            <a:avLst/>
          </a:prstGeom>
        </p:spPr>
      </p:pic>
      <p:sp>
        <p:nvSpPr>
          <p:cNvPr id="8" name="Title 2">
            <a:extLst>
              <a:ext uri="{FF2B5EF4-FFF2-40B4-BE49-F238E27FC236}">
                <a16:creationId xmlns:a16="http://schemas.microsoft.com/office/drawing/2014/main" id="{ED5DFE24-7967-7D11-937E-63FD38BAB7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4903" y="2449576"/>
            <a:ext cx="9359900" cy="875899"/>
          </a:xfrm>
        </p:spPr>
        <p:txBody>
          <a:bodyPr lIns="0" tIns="0" rIns="0" bIns="0" anchor="b"/>
          <a:lstStyle>
            <a:lvl1pPr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5600">
                <a:solidFill>
                  <a:schemeClr val="bg1"/>
                </a:solidFill>
              </a:defRPr>
            </a:lvl1pPr>
          </a:lstStyle>
          <a:p>
            <a:r>
              <a:rPr lang="en-US"/>
              <a:t>Thank </a:t>
            </a:r>
            <a:r>
              <a:rPr lang="pl-PL"/>
              <a:t>You</a:t>
            </a:r>
            <a:r>
              <a:rPr lang="en-US"/>
              <a:t> (dark picture)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12085280-0B62-84D3-5783-A089C9A32C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433" y="3392391"/>
            <a:ext cx="9359900" cy="876300"/>
          </a:xfrm>
          <a:prstGeom prst="rect">
            <a:avLst/>
          </a:prstGeom>
        </p:spPr>
        <p:txBody>
          <a:bodyPr lIns="0" tIns="45720" rIns="0" bIns="45720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Speaker contact information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8116B25-28AD-427B-1033-715BCFEF17E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592973" y="6192760"/>
            <a:ext cx="6217666" cy="190500"/>
          </a:xfrm>
        </p:spPr>
        <p:txBody>
          <a:bodyPr/>
          <a:lstStyle>
            <a:lvl1pPr>
              <a:defRPr sz="900" b="0">
                <a:solidFill>
                  <a:schemeClr val="bg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0183FCC9-DD19-ACEA-AAB1-9D15104F9E8D}"/>
              </a:ext>
            </a:extLst>
          </p:cNvPr>
          <p:cNvSpPr txBox="1"/>
          <p:nvPr userDrawn="1"/>
        </p:nvSpPr>
        <p:spPr>
          <a:xfrm>
            <a:off x="5092816" y="6418471"/>
            <a:ext cx="6717823" cy="138499"/>
          </a:xfrm>
          <a:prstGeom prst="rect">
            <a:avLst/>
          </a:prstGeom>
          <a:noFill/>
          <a:ln w="57150">
            <a:noFill/>
            <a:miter lim="800000"/>
          </a:ln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 b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© </a:t>
            </a:r>
            <a:fld id="{DA3777BF-A1C6-4F92-A9EA-7320C98A4638}" type="datetimeyyyy">
              <a:rPr lang="en-US" sz="900" b="0" smtClean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pPr algn="r"/>
              <a:t>2026</a:t>
            </a:fld>
            <a:r>
              <a:rPr lang="en-US" sz="900" b="0">
                <a:solidFill>
                  <a:schemeClr val="bg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 Hewlett Packard Enterprise Development LP</a:t>
            </a:r>
          </a:p>
        </p:txBody>
      </p:sp>
    </p:spTree>
    <p:extLst>
      <p:ext uri="{BB962C8B-B14F-4D97-AF65-F5344CB8AC3E}">
        <p14:creationId xmlns:p14="http://schemas.microsoft.com/office/powerpoint/2010/main" val="3896271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 1">
            <a:extLst>
              <a:ext uri="{FF2B5EF4-FFF2-40B4-BE49-F238E27FC236}">
                <a16:creationId xmlns:a16="http://schemas.microsoft.com/office/drawing/2014/main" id="{DD3862E9-4343-21F9-03D0-319C0D76E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4"/>
            <a:ext cx="1019648" cy="291328"/>
          </a:xfrm>
          <a:prstGeom prst="rect">
            <a:avLst/>
          </a:prstGeom>
        </p:spPr>
      </p:pic>
      <p:sp>
        <p:nvSpPr>
          <p:cNvPr id="15" name="Title 2"/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17" name="Date 4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tx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3" name="Footer Placeholder 5">
            <a:extLst>
              <a:ext uri="{FF2B5EF4-FFF2-40B4-BE49-F238E27FC236}">
                <a16:creationId xmlns:a16="http://schemas.microsoft.com/office/drawing/2014/main" id="{4E6A0C1C-FFFA-74C0-3719-4E6EA4C7BF7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7FCAEB09-CC92-C4AF-AFC7-84F7B4C8368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Dark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go 1">
            <a:extLst>
              <a:ext uri="{FF2B5EF4-FFF2-40B4-BE49-F238E27FC236}">
                <a16:creationId xmlns:a16="http://schemas.microsoft.com/office/drawing/2014/main" id="{7E04AA86-3390-5E05-F138-33B691BA0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3"/>
            <a:ext cx="1019648" cy="291328"/>
          </a:xfrm>
          <a:prstGeom prst="rect">
            <a:avLst/>
          </a:prstGeom>
        </p:spPr>
      </p:pic>
      <p:sp>
        <p:nvSpPr>
          <p:cNvPr id="15" name="Title 2"/>
          <p:cNvSpPr>
            <a:spLocks noGrp="1"/>
          </p:cNvSpPr>
          <p:nvPr userDrawn="1"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0" bIns="91440" anchor="b"/>
          <a:lstStyle>
            <a:lvl1pPr>
              <a:lnSpc>
                <a:spcPct val="80000"/>
              </a:lnSpc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6" name="Subtitle 3"/>
          <p:cNvSpPr>
            <a:spLocks noGrp="1"/>
          </p:cNvSpPr>
          <p:nvPr userDrawn="1"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0" bIns="91440"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17" name="Date 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0" bIns="91440">
            <a:noAutofit/>
          </a:bodyPr>
          <a:lstStyle>
            <a:lvl1pPr marL="0" indent="0">
              <a:spcBef>
                <a:spcPts val="0"/>
              </a:spcBef>
              <a:buNone/>
              <a:defRPr sz="1600" baseline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DDA1A1B8-63A0-5FF8-D94D-A64DF0037BD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51E08A-0EC1-9757-9EC4-3B8B8A2FC0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372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Ligh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 1">
            <a:extLst>
              <a:ext uri="{FF2B5EF4-FFF2-40B4-BE49-F238E27FC236}">
                <a16:creationId xmlns:a16="http://schemas.microsoft.com/office/drawing/2014/main" id="{720F7DE3-5012-50D0-0EE0-FBB950E36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4907" y="388784"/>
            <a:ext cx="1019648" cy="291328"/>
          </a:xfrm>
          <a:prstGeom prst="rect">
            <a:avLst/>
          </a:prstGeom>
        </p:spPr>
      </p:pic>
      <p:sp>
        <p:nvSpPr>
          <p:cNvPr id="15" name="Title 2"/>
          <p:cNvSpPr>
            <a:spLocks noGrp="1"/>
          </p:cNvSpPr>
          <p:nvPr>
            <p:ph type="title" hasCustomPrompt="1"/>
          </p:nvPr>
        </p:nvSpPr>
        <p:spPr>
          <a:xfrm>
            <a:off x="374904" y="1869197"/>
            <a:ext cx="11423555" cy="1905000"/>
          </a:xfrm>
        </p:spPr>
        <p:txBody>
          <a:bodyPr lIns="0" tIns="91440" rIns="91440" bIns="91440" anchor="b"/>
          <a:lstStyle>
            <a:lvl1pPr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defRPr sz="4800">
                <a:solidFill>
                  <a:srgbClr val="292D3A"/>
                </a:solidFill>
              </a:defRPr>
            </a:lvl1pPr>
          </a:lstStyle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12" name="Subtitle 3"/>
          <p:cNvSpPr>
            <a:spLocks noGrp="1"/>
          </p:cNvSpPr>
          <p:nvPr>
            <p:ph type="subTitle" idx="1" hasCustomPrompt="1"/>
          </p:nvPr>
        </p:nvSpPr>
        <p:spPr>
          <a:xfrm>
            <a:off x="374904" y="3959860"/>
            <a:ext cx="8229600" cy="438912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292D3A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Speaker name and title</a:t>
            </a:r>
          </a:p>
        </p:txBody>
      </p:sp>
      <p:sp>
        <p:nvSpPr>
          <p:cNvPr id="19" name="Date 4"/>
          <p:cNvSpPr>
            <a:spLocks noGrp="1"/>
          </p:cNvSpPr>
          <p:nvPr>
            <p:ph type="body" sz="quarter" idx="13" hasCustomPrompt="1"/>
          </p:nvPr>
        </p:nvSpPr>
        <p:spPr>
          <a:xfrm>
            <a:off x="374904" y="4428490"/>
            <a:ext cx="5489578" cy="339214"/>
          </a:xfrm>
          <a:prstGeom prst="rect">
            <a:avLst/>
          </a:prstGeom>
        </p:spPr>
        <p:txBody>
          <a:bodyPr lIns="0" tIns="91440" rIns="91440" bIns="9144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rgbClr val="292D3A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sz="2400"/>
            </a:lvl2pPr>
            <a:lvl3pPr marL="0" indent="0">
              <a:spcBef>
                <a:spcPts val="0"/>
              </a:spcBef>
              <a:buNone/>
              <a:defRPr sz="2400"/>
            </a:lvl3pPr>
            <a:lvl4pPr marL="0" indent="0">
              <a:spcBef>
                <a:spcPts val="0"/>
              </a:spcBef>
              <a:buNone/>
              <a:defRPr sz="2400"/>
            </a:lvl4pPr>
            <a:lvl5pPr marL="0" indent="0">
              <a:spcBef>
                <a:spcPts val="0"/>
              </a:spcBef>
              <a:buNone/>
              <a:defRPr sz="2400"/>
            </a:lvl5pPr>
            <a:lvl6pPr marL="0" indent="0">
              <a:spcBef>
                <a:spcPts val="0"/>
              </a:spcBef>
              <a:buNone/>
              <a:defRPr sz="2400"/>
            </a:lvl6pPr>
            <a:lvl7pPr marL="0" indent="0">
              <a:spcBef>
                <a:spcPts val="0"/>
              </a:spcBef>
              <a:buNone/>
              <a:defRPr sz="2400"/>
            </a:lvl7pPr>
            <a:lvl8pPr marL="0" indent="0">
              <a:spcBef>
                <a:spcPts val="0"/>
              </a:spcBef>
              <a:buNone/>
              <a:defRPr sz="2400"/>
            </a:lvl8pPr>
            <a:lvl9pPr marL="0" indent="0">
              <a:spcBef>
                <a:spcPts val="0"/>
              </a:spcBef>
              <a:buNone/>
              <a:defRPr sz="2400"/>
            </a:lvl9pPr>
          </a:lstStyle>
          <a:p>
            <a:pPr lvl="0"/>
            <a:r>
              <a:rPr lang="en-US"/>
              <a:t>Month day, year</a:t>
            </a:r>
          </a:p>
        </p:txBody>
      </p:sp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737513D-A3AB-F0E4-0CD1-28BE5E762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2D4E66E-34EA-3AC2-4F5C-196138F8CF1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89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49E51-8DF9-4218-921D-C0819990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C56A94C-CC87-4EFE-A931-1D7270A842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3999" y="1071223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6A40CBC-5E5F-4C0D-B831-0B04ABB23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3999" y="1931284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0BEDE27-A8C2-4066-B18C-F2AF9D0E86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3999" y="2791345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4BC743F-9EA3-4934-A5D5-4DB56D605F9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3999" y="365140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4849EE3-6EC2-479A-93E8-35E49B7D799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3999" y="4511467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FAAB4F0-B0A9-4671-AB48-BA9B5FA97F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13999" y="5371526"/>
            <a:ext cx="11365200" cy="630000"/>
          </a:xfrm>
          <a:prstGeom prst="rect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txBody>
          <a:bodyPr lIns="270000" rIns="270000" anchor="ctr">
            <a:normAutofit/>
          </a:bodyPr>
          <a:lstStyle>
            <a:lvl1pPr marL="0" indent="0">
              <a:buNone/>
              <a:defRPr b="1" cap="none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BFE461D8-0641-727D-F822-B1556D372F2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FDC7940-ECD3-9B40-E568-B47ABAFA6AC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1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284398" y="1386402"/>
            <a:ext cx="7518482" cy="4085196"/>
          </a:xfrm>
        </p:spPr>
        <p:txBody>
          <a:bodyPr lIns="91440" anchor="ctr" anchorCtr="0"/>
          <a:lstStyle>
            <a:lvl1pPr marL="219456" indent="-219456">
              <a:defRPr sz="4000" b="0" cap="none" baseline="0">
                <a:latin typeface="HPE Graphik Light" pitchFamily="50" charset="0"/>
                <a:cs typeface="HPE Graphik Light" pitchFamily="50" charset="0"/>
              </a:defRPr>
            </a:lvl1pPr>
          </a:lstStyle>
          <a:p>
            <a:r>
              <a:rPr lang="en-US"/>
              <a:t>“Click to add quote here. Type quotation marks before and after text.”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4" hasCustomPrompt="1"/>
          </p:nvPr>
        </p:nvSpPr>
        <p:spPr>
          <a:xfrm>
            <a:off x="550866" y="5471598"/>
            <a:ext cx="8228011" cy="533400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latin typeface="+mn-lt"/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/>
              <a:t>Click to add quoted person’s name, title, company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F2754E-094F-7C73-88B9-FF823BF8303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HPE internal use only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CDFAF2-F03B-8CB9-A43F-2C8C54F552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4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theme" Target="../theme/theme1.xml"/><Relationship Id="rId56" Type="http://schemas.openxmlformats.org/officeDocument/2006/relationships/image" Target="../media/image1.png"/><Relationship Id="rId5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7A8F-2EB3-5C4C-116B-F51B07B04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93192"/>
            <a:ext cx="11433978" cy="41325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Master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A64CBEA-C99F-E716-C2DF-19C5C70EA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903" y="1165860"/>
            <a:ext cx="11433977" cy="50976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Element 3">
            <a:extLst>
              <a:ext uri="{FF2B5EF4-FFF2-40B4-BE49-F238E27FC236}">
                <a16:creationId xmlns:a16="http://schemas.microsoft.com/office/drawing/2014/main" id="{06C44655-90D3-CFC5-A208-ADA7C1ECD3B8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 flipV="1">
            <a:off x="374651" y="6402311"/>
            <a:ext cx="527812" cy="15088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71E9D-0BF7-DA0E-7278-50E9B0995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1873" y="6402310"/>
            <a:ext cx="6217666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pPr algn="r"/>
            <a:r>
              <a:rPr lang="en-US"/>
              <a:t>HPE 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93010-F41B-ECDA-CB62-6D856FECAE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8100" y="6402310"/>
            <a:ext cx="340782" cy="1905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9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C0388CE4-E87A-43A8-A4DA-5AAB8529E0B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89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821" r:id="rId4"/>
    <p:sldLayoutId id="2147483843" r:id="rId5"/>
    <p:sldLayoutId id="2147483654" r:id="rId6"/>
    <p:sldLayoutId id="2147483822" r:id="rId7"/>
    <p:sldLayoutId id="2147483656" r:id="rId8"/>
    <p:sldLayoutId id="2147483657" r:id="rId9"/>
    <p:sldLayoutId id="2147483658" r:id="rId10"/>
    <p:sldLayoutId id="2147483659" r:id="rId11"/>
    <p:sldLayoutId id="2147483845" r:id="rId12"/>
    <p:sldLayoutId id="2147483846" r:id="rId13"/>
    <p:sldLayoutId id="2147483797" r:id="rId14"/>
    <p:sldLayoutId id="2147483661" r:id="rId15"/>
    <p:sldLayoutId id="2147483796" r:id="rId16"/>
    <p:sldLayoutId id="2147483799" r:id="rId17"/>
    <p:sldLayoutId id="2147483802" r:id="rId18"/>
    <p:sldLayoutId id="2147483800" r:id="rId19"/>
    <p:sldLayoutId id="2147483801" r:id="rId20"/>
    <p:sldLayoutId id="2147483806" r:id="rId21"/>
    <p:sldLayoutId id="2147483807" r:id="rId22"/>
    <p:sldLayoutId id="2147483812" r:id="rId23"/>
    <p:sldLayoutId id="2147483665" r:id="rId24"/>
    <p:sldLayoutId id="2147483816" r:id="rId25"/>
    <p:sldLayoutId id="2147483662" r:id="rId26"/>
    <p:sldLayoutId id="2147483813" r:id="rId27"/>
    <p:sldLayoutId id="2147483817" r:id="rId28"/>
    <p:sldLayoutId id="2147483808" r:id="rId29"/>
    <p:sldLayoutId id="2147483810" r:id="rId30"/>
    <p:sldLayoutId id="2147483809" r:id="rId31"/>
    <p:sldLayoutId id="2147483811" r:id="rId32"/>
    <p:sldLayoutId id="2147483839" r:id="rId33"/>
    <p:sldLayoutId id="2147483829" r:id="rId34"/>
    <p:sldLayoutId id="2147483832" r:id="rId35"/>
    <p:sldLayoutId id="2147483837" r:id="rId36"/>
    <p:sldLayoutId id="2147483747" r:id="rId37"/>
    <p:sldLayoutId id="2147483673" r:id="rId38"/>
    <p:sldLayoutId id="2147483674" r:id="rId39"/>
    <p:sldLayoutId id="2147483842" r:id="rId40"/>
    <p:sldLayoutId id="2147483682" r:id="rId41"/>
    <p:sldLayoutId id="2147483683" r:id="rId42"/>
    <p:sldLayoutId id="2147483684" r:id="rId43"/>
    <p:sldLayoutId id="2147483685" r:id="rId44"/>
    <p:sldLayoutId id="2147483686" r:id="rId45"/>
    <p:sldLayoutId id="2147483687" r:id="rId46"/>
    <p:sldLayoutId id="2147483804" r:id="rId47"/>
    <p:sldLayoutId id="2147483824" r:id="rId48"/>
    <p:sldLayoutId id="2147483844" r:id="rId49"/>
    <p:sldLayoutId id="2147483749" r:id="rId50"/>
    <p:sldLayoutId id="2147483750" r:id="rId51"/>
    <p:sldLayoutId id="2147483751" r:id="rId52"/>
    <p:sldLayoutId id="2147483753" r:id="rId53"/>
    <p:sldLayoutId id="2147483795" r:id="rId5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00000"/>
        </a:lnSpc>
        <a:spcBef>
          <a:spcPts val="600"/>
        </a:spcBef>
        <a:buFont typeface="HPE Graphik" pitchFamily="50" charset="0"/>
        <a:buChar char="—"/>
        <a:tabLst>
          <a:tab pos="266700" algn="l"/>
        </a:tabLst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>
          <a:tab pos="1436688" algn="l"/>
        </a:tabLst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700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tabLst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95750" indent="-285750" algn="l" defTabSz="914400" rtl="0" eaLnBrk="1" latinLnBrk="0" hangingPunct="1">
        <a:lnSpc>
          <a:spcPct val="90000"/>
        </a:lnSpc>
        <a:spcBef>
          <a:spcPts val="600"/>
        </a:spcBef>
        <a:buClrTx/>
        <a:buFontTx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8" orient="horz" pos="2160">
          <p15:clr>
            <a:srgbClr val="F26B43"/>
          </p15:clr>
        </p15:guide>
        <p15:guide id="49" pos="3840">
          <p15:clr>
            <a:srgbClr val="F26B43"/>
          </p15:clr>
        </p15:guide>
        <p15:guide id="51" pos="236">
          <p15:clr>
            <a:srgbClr val="F26B43"/>
          </p15:clr>
        </p15:guide>
        <p15:guide id="52" pos="7439">
          <p15:clr>
            <a:srgbClr val="F26B43"/>
          </p15:clr>
        </p15:guide>
        <p15:guide id="53" orient="horz" pos="236">
          <p15:clr>
            <a:srgbClr val="F26B43"/>
          </p15:clr>
        </p15:guide>
        <p15:guide id="54" orient="horz" pos="4128">
          <p15:clr>
            <a:srgbClr val="F26B43"/>
          </p15:clr>
        </p15:guide>
        <p15:guide id="55" orient="horz" pos="3812">
          <p15:clr>
            <a:srgbClr val="F26B43"/>
          </p15:clr>
        </p15:guide>
        <p15:guide id="57" orient="horz" pos="1210">
          <p15:clr>
            <a:srgbClr val="F26B43"/>
          </p15:clr>
        </p15:guide>
        <p15:guide id="63" pos="796">
          <p15:clr>
            <a:srgbClr val="F26B43"/>
          </p15:clr>
        </p15:guide>
        <p15:guide id="64" pos="844">
          <p15:clr>
            <a:srgbClr val="F26B43"/>
          </p15:clr>
        </p15:guide>
        <p15:guide id="65" pos="1400">
          <p15:clr>
            <a:srgbClr val="F26B43"/>
          </p15:clr>
        </p15:guide>
        <p15:guide id="66" pos="1444">
          <p15:clr>
            <a:srgbClr val="F26B43"/>
          </p15:clr>
        </p15:guide>
        <p15:guide id="67" pos="2004">
          <p15:clr>
            <a:srgbClr val="F26B43"/>
          </p15:clr>
        </p15:guide>
        <p15:guide id="68" pos="2048">
          <p15:clr>
            <a:srgbClr val="F26B43"/>
          </p15:clr>
        </p15:guide>
        <p15:guide id="69" pos="2608">
          <p15:clr>
            <a:srgbClr val="F26B43"/>
          </p15:clr>
        </p15:guide>
        <p15:guide id="70" pos="2656">
          <p15:clr>
            <a:srgbClr val="F26B43"/>
          </p15:clr>
        </p15:guide>
        <p15:guide id="71" pos="3208">
          <p15:clr>
            <a:srgbClr val="F26B43"/>
          </p15:clr>
        </p15:guide>
        <p15:guide id="72" pos="3256">
          <p15:clr>
            <a:srgbClr val="F26B43"/>
          </p15:clr>
        </p15:guide>
        <p15:guide id="73" pos="3812">
          <p15:clr>
            <a:srgbClr val="F26B43"/>
          </p15:clr>
        </p15:guide>
        <p15:guide id="74" pos="3864">
          <p15:clr>
            <a:srgbClr val="F26B43"/>
          </p15:clr>
        </p15:guide>
        <p15:guide id="75" pos="4416">
          <p15:clr>
            <a:srgbClr val="F26B43"/>
          </p15:clr>
        </p15:guide>
        <p15:guide id="76" pos="4468">
          <p15:clr>
            <a:srgbClr val="F26B43"/>
          </p15:clr>
        </p15:guide>
        <p15:guide id="77" pos="5020">
          <p15:clr>
            <a:srgbClr val="F26B43"/>
          </p15:clr>
        </p15:guide>
        <p15:guide id="78" pos="5068">
          <p15:clr>
            <a:srgbClr val="F26B43"/>
          </p15:clr>
        </p15:guide>
        <p15:guide id="79" pos="5624">
          <p15:clr>
            <a:srgbClr val="F26B43"/>
          </p15:clr>
        </p15:guide>
        <p15:guide id="80" pos="5676">
          <p15:clr>
            <a:srgbClr val="F26B43"/>
          </p15:clr>
        </p15:guide>
        <p15:guide id="81" pos="6232">
          <p15:clr>
            <a:srgbClr val="F26B43"/>
          </p15:clr>
        </p15:guide>
        <p15:guide id="82" pos="6280">
          <p15:clr>
            <a:srgbClr val="F26B43"/>
          </p15:clr>
        </p15:guide>
        <p15:guide id="83" pos="6832">
          <p15:clr>
            <a:srgbClr val="F26B43"/>
          </p15:clr>
        </p15:guide>
        <p15:guide id="84" pos="6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Trajectory Analytics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Observability for Multi-Agent AI Systems</a:t>
            </a:r>
          </a:p>
          <a:p>
            <a:r>
              <a:t>Agam Jain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Objective</a:t>
            </a:r>
          </a:p>
          <a:p>
            <a:pPr/>
            <a:r>
              <a:t>The Gap Today</a:t>
            </a:r>
          </a:p>
          <a:p>
            <a:pPr/>
            <a:r>
              <a:t>What is an Agent Trajectory?</a:t>
            </a:r>
          </a:p>
          <a:p>
            <a:pPr/>
            <a:r>
              <a:t>Sample Analytics Queries</a:t>
            </a:r>
          </a:p>
          <a:p>
            <a:pPr/>
            <a:r>
              <a:t>Architecture</a:t>
            </a:r>
          </a:p>
          <a:p>
            <a:pPr/>
            <a:r>
              <a:t>Trajectory Analytics Workflow</a:t>
            </a:r>
          </a:p>
          <a:p>
            <a:pPr/>
            <a:r>
              <a:t>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Build full-stack observability </a:t>
            </a:r>
            <a:r>
              <a:t>for multi-agent AI systems</a:t>
            </a:r>
          </a:p>
          <a:p>
            <a:pPr/>
            <a:r>
              <a:rPr b="1"/>
              <a:t>Trace </a:t>
            </a:r>
            <a:r>
              <a:t>every LLM call, RAG retrieval, and tool invocation</a:t>
            </a:r>
          </a:p>
          <a:p>
            <a:pPr/>
            <a:r>
              <a:rPr b="1"/>
              <a:t>Score </a:t>
            </a:r>
            <a:r>
              <a:t>response quality using LLM-as-judge</a:t>
            </a:r>
          </a:p>
          <a:p>
            <a:pPr/>
            <a:r>
              <a:rPr b="1"/>
              <a:t>Correlate </a:t>
            </a:r>
            <a:r>
              <a:t>quality drops with trajectory patterns &amp; infrastructure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No execution visibility </a:t>
            </a:r>
            <a:r>
              <a:t>— agent call graphs are black boxes</a:t>
            </a:r>
          </a:p>
          <a:p>
            <a:pPr/>
            <a:r>
              <a:rPr b="1"/>
              <a:t>No quality attribution </a:t>
            </a:r>
            <a:r>
              <a:t>— can't link bad outputs to specific paths</a:t>
            </a:r>
          </a:p>
          <a:p>
            <a:pPr/>
            <a:r>
              <a:rPr b="1"/>
              <a:t>No infra correlation </a:t>
            </a:r>
            <a:r>
              <a:t>— GPU contention? Network latency? Unknown</a:t>
            </a:r>
          </a:p>
          <a:p>
            <a:pPr lvl="1"/>
            <a:r>
              <a:t>When something fails, you don't know WHY</a:t>
            </a:r>
          </a:p>
          <a:p>
            <a:pPr lvl="1"/>
            <a:r>
              <a:t>Was it the agent logic, LLM reasoning, or infrastructure?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 Trajectory?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Definition: </a:t>
            </a:r>
            <a:r>
              <a:t>The sequence of steps an agent takes to fulfill a request</a:t>
            </a:r>
          </a:p>
          <a:p>
            <a:pPr lvl="1"/>
            <a:r>
              <a:t>Orchestrator → Research Agent → Flight Agent → Hotel Agent → Itinerary Agent</a:t>
            </a:r>
          </a:p>
          <a:p>
            <a:pPr lvl="1"/>
            <a:r>
              <a:t>Each step: LLM calls, RAG retrievals, tool invocations</a:t>
            </a:r>
          </a:p>
          <a:p>
            <a:pPr/>
            <a:r>
              <a:rPr b="1"/>
              <a:t>Trajectory Signature: </a:t>
            </a:r>
            <a:r>
              <a:t>hash of step sequence for pattern matching</a:t>
            </a:r>
          </a:p>
          <a:p>
            <a:pPr lvl="1"/>
            <a:r>
              <a:t>Identify which paths correlate with high/low quality</a:t>
            </a:r>
          </a:p>
          <a:p>
            <a:pPr lvl="1"/>
            <a:r>
              <a:t>Detect anomalous execution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Analytics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"Which trajectory patterns have lowest quality scores?"</a:t>
            </a:r>
          </a:p>
          <a:p>
            <a:pPr/>
            <a:r>
              <a:t>"What % of low-quality responses had GPU utilization &gt; 90%?"</a:t>
            </a:r>
          </a:p>
          <a:p>
            <a:pPr/>
            <a:r>
              <a:t>"Show traces where network latency &gt; 500ms correlated with failures"</a:t>
            </a:r>
          </a:p>
          <a:p>
            <a:pPr/>
            <a:r>
              <a:t>"Compare quality: RAG-heavy vs tool-heavy trajectories"</a:t>
            </a:r>
          </a:p>
          <a:p>
            <a:pPr/>
            <a:r>
              <a:t>"Which agent causes the most retries?"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Layer 1: </a:t>
            </a:r>
            <a:r>
              <a:t>AI Agent Application — Multi-agent travel planner</a:t>
            </a:r>
          </a:p>
          <a:p>
            <a:pPr lvl="1"/>
            <a:r>
              <a:t>Orchestrator → Research, Flight, Hotel, Itinerary agents</a:t>
            </a:r>
          </a:p>
          <a:p>
            <a:pPr lvl="1"/>
            <a:r>
              <a:t>ChromaDB (RAG) + Ollama (LLM) + MCP Tools</a:t>
            </a:r>
          </a:p>
          <a:p>
            <a:pPr/>
            <a:r>
              <a:rPr b="1"/>
              <a:t>Layer 2: </a:t>
            </a:r>
            <a:r>
              <a:t>Telemetry Collection — OpenTelemetry instrumentation</a:t>
            </a:r>
          </a:p>
          <a:p>
            <a:pPr lvl="1"/>
            <a:r>
              <a:t>OTLP → Jaeger/Prometheus + Pulsar → Delta Lake</a:t>
            </a:r>
          </a:p>
          <a:p>
            <a:pPr/>
            <a:r>
              <a:rPr b="1"/>
              <a:t>Layer 3: </a:t>
            </a:r>
            <a:r>
              <a:t>Spark Streaming — 5 parallel processing jobs</a:t>
            </a:r>
          </a:p>
          <a:p>
            <a:pPr/>
            <a:r>
              <a:rPr b="1"/>
              <a:t>Layer 4: </a:t>
            </a:r>
            <a:r>
              <a:t>Analytics API +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Trajectory Analytics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Stream 1: </a:t>
            </a:r>
            <a:r>
              <a:t>Raw spans → agent_steps (classify &amp; flatten)</a:t>
            </a:r>
          </a:p>
          <a:p>
            <a:pPr/>
            <a:r>
              <a:rPr b="1"/>
              <a:t>Stream 2: </a:t>
            </a:r>
            <a:r>
              <a:t>agent_steps → trajectory_templates (signature extraction)</a:t>
            </a:r>
          </a:p>
          <a:p>
            <a:pPr/>
            <a:r>
              <a:rPr b="1"/>
              <a:t>Stream 3: </a:t>
            </a:r>
            <a:r>
              <a:t>agent_steps → quality_scores (LLM-as-judge)</a:t>
            </a:r>
          </a:p>
          <a:p>
            <a:pPr/>
            <a:r>
              <a:rPr b="1"/>
              <a:t>Stream 4: </a:t>
            </a:r>
            <a:r>
              <a:t>agent_steps → gpu_metrics, network_metrics, routing</a:t>
            </a:r>
          </a:p>
          <a:p>
            <a:pPr/>
            <a:r>
              <a:rPr b="1"/>
              <a:t>Stream 5: </a:t>
            </a:r>
            <a:r>
              <a:t>Join all → trace_correlated (unified view)</a:t>
            </a:r>
          </a:p>
          <a:p>
            <a:pPr lvl="1"/>
            <a:r>
              <a:t>Delta MERGE upserts for exactly-once semantics</a:t>
            </a:r>
          </a:p>
          <a:p>
            <a:pPr lvl="1"/>
            <a:r>
              <a:t>Real-time correlation of quality + trajectory + infra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OpenTelemetry </a:t>
            </a:r>
            <a:r>
              <a:t>— traces, metrics, logs with session correlation</a:t>
            </a:r>
          </a:p>
          <a:p>
            <a:pPr/>
            <a:r>
              <a:rPr b="1"/>
              <a:t>LLM-as-Judge </a:t>
            </a:r>
            <a:r>
              <a:t>— automated quality scoring (5 dimensions)</a:t>
            </a:r>
          </a:p>
          <a:p>
            <a:pPr/>
            <a:r>
              <a:rPr b="1"/>
              <a:t>Trajectory Templates </a:t>
            </a:r>
            <a:r>
              <a:t>— pattern extraction &amp; signature hashing</a:t>
            </a:r>
          </a:p>
          <a:p>
            <a:pPr/>
            <a:r>
              <a:rPr b="1"/>
              <a:t>Infrastructure Metrics </a:t>
            </a:r>
            <a:r>
              <a:t>— GPU contention, network latency, routing</a:t>
            </a:r>
          </a:p>
          <a:p>
            <a:pPr/>
            <a:r>
              <a:rPr b="1"/>
              <a:t>Correlated Analytics </a:t>
            </a:r>
            <a:r>
              <a:t>— single view joining all signals</a:t>
            </a:r>
          </a:p>
          <a:p>
            <a:pPr/>
            <a:r>
              <a:rPr b="1"/>
              <a:t>Natural Language Summaries </a:t>
            </a:r>
            <a:r>
              <a:t>— LLM-powered insight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Chat UI </a:t>
            </a:r>
            <a:r>
              <a:t>— Multi-turn travel planning conversation</a:t>
            </a:r>
          </a:p>
          <a:p>
            <a:pPr/>
            <a:r>
              <a:rPr b="1"/>
              <a:t>Jaeger </a:t>
            </a:r>
            <a:r>
              <a:t>— Distributed trace visualization</a:t>
            </a:r>
          </a:p>
          <a:p>
            <a:pPr/>
            <a:r>
              <a:rPr b="1"/>
              <a:t>Analytics Dashboard </a:t>
            </a:r>
            <a:r>
              <a:t>— Quality scores, trajectories, correlations</a:t>
            </a:r>
          </a:p>
          <a:p>
            <a:pPr/>
            <a:r>
              <a:rPr b="1"/>
              <a:t>Topology View </a:t>
            </a:r>
            <a:r>
              <a:t>— GPU cluster &amp; request routing</a:t>
            </a:r>
          </a:p>
          <a:p>
            <a:pPr>
              <a:spcBef>
                <a:spcPts val="2000"/>
              </a:spcBef>
            </a:pPr>
            <a:r>
              <a:rPr i="1"/>
              <a:t>github.com/agam/trajectory-analytics-workflow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PE Light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7625"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  <a:ln w="38100">
          <a:noFill/>
        </a:ln>
      </a:spPr>
      <a:bodyPr wrap="square" lIns="90170" tIns="90170" rIns="90170" bIns="9017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HPE Gold">
      <a:srgbClr val="DEB146"/>
    </a:custClr>
    <a:custClr name="HPE Red">
      <a:srgbClr val="C64F3A"/>
    </a:custClr>
    <a:custClr name="HPE Green">
      <a:srgbClr val="01A982"/>
    </a:custClr>
    <a:custClr name="Primary Green">
      <a:srgbClr val="05CC93"/>
    </a:custClr>
    <a:custClr name="Secondary Green">
      <a:srgbClr val="00E0AF"/>
    </a:custClr>
    <a:custClr name="Blue">
      <a:srgbClr val="0070F8"/>
    </a:custClr>
    <a:custClr name="Light Gray 1">
      <a:srgbClr val="F7F7F7"/>
    </a:custClr>
    <a:custClr name="Light Gray 2">
      <a:srgbClr val="E6E8E9"/>
    </a:custClr>
  </a:custClrLst>
  <a:extLst>
    <a:ext uri="{05A4C25C-085E-4340-85A3-A5531E510DB2}">
      <thm15:themeFamily xmlns:thm15="http://schemas.microsoft.com/office/thememl/2012/main" name="Presentation14" id="{1941EC42-85E8-BA4A-B779-DE757B1148BF}" vid="{B44A2EA5-A484-5446-8F42-1455564A3515}"/>
    </a:ext>
  </a:extLst>
</a:theme>
</file>

<file path=ppt/theme/theme2.xml><?xml version="1.0" encoding="utf-8"?>
<a:theme xmlns:a="http://schemas.openxmlformats.org/drawingml/2006/main" name="Office Theme">
  <a:themeElements>
    <a:clrScheme name="HPE Light">
      <a:dk1>
        <a:srgbClr val="292D3A"/>
      </a:dk1>
      <a:lt1>
        <a:sysClr val="window" lastClr="FFFFFF"/>
      </a:lt1>
      <a:dk2>
        <a:srgbClr val="B1B9BE"/>
      </a:dk2>
      <a:lt2>
        <a:srgbClr val="535C66"/>
      </a:lt2>
      <a:accent1>
        <a:srgbClr val="01A982"/>
      </a:accent1>
      <a:accent2>
        <a:srgbClr val="7764FC"/>
      </a:accent2>
      <a:accent3>
        <a:srgbClr val="0070F8"/>
      </a:accent3>
      <a:accent4>
        <a:srgbClr val="00DBE4"/>
      </a:accent4>
      <a:accent5>
        <a:srgbClr val="873492"/>
      </a:accent5>
      <a:accent6>
        <a:srgbClr val="CC54A4"/>
      </a:accent6>
      <a:hlink>
        <a:srgbClr val="01A982"/>
      </a:hlink>
      <a:folHlink>
        <a:srgbClr val="7764FC"/>
      </a:folHlink>
    </a:clrScheme>
    <a:fontScheme name="HPE Graphik">
      <a:majorFont>
        <a:latin typeface="HPE Graphik Semibold"/>
        <a:ea typeface=""/>
        <a:cs typeface=""/>
      </a:majorFont>
      <a:minorFont>
        <a:latin typeface="HPE 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C6F68666B2224DBD60E57DCD303CF2" ma:contentTypeVersion="19" ma:contentTypeDescription="Create a new document." ma:contentTypeScope="" ma:versionID="b6fef9c8c894dd3c81d0d490b47187ff">
  <xsd:schema xmlns:xsd="http://www.w3.org/2001/XMLSchema" xmlns:xs="http://www.w3.org/2001/XMLSchema" xmlns:p="http://schemas.microsoft.com/office/2006/metadata/properties" xmlns:ns3="115f46ad-0135-4aab-bec4-bf173c0d708b" xmlns:ns4="e123aae8-14e7-4a51-b197-dead1e593f59" targetNamespace="http://schemas.microsoft.com/office/2006/metadata/properties" ma:root="true" ma:fieldsID="eccf5ad19651815f00b8a90357c95ecc" ns3:_="" ns4:_="">
    <xsd:import namespace="115f46ad-0135-4aab-bec4-bf173c0d708b"/>
    <xsd:import namespace="e123aae8-14e7-4a51-b197-dead1e593f5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f46ad-0135-4aab-bec4-bf173c0d708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3aae8-14e7-4a51-b197-dead1e593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123aae8-14e7-4a51-b197-dead1e593f5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9F54F7F-4D69-43F4-9C74-6D2292E048D1}">
  <ds:schemaRefs>
    <ds:schemaRef ds:uri="115f46ad-0135-4aab-bec4-bf173c0d708b"/>
    <ds:schemaRef ds:uri="e123aae8-14e7-4a51-b197-dead1e593f5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3958DC6-5C23-4AE0-B6AA-A4452D5FB2AB}">
  <ds:schemaRefs>
    <ds:schemaRef ds:uri="115f46ad-0135-4aab-bec4-bf173c0d708b"/>
    <ds:schemaRef ds:uri="e123aae8-14e7-4a51-b197-dead1e593f5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CC0593A-7F70-4F4D-8531-3B3C40A63B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HPE Light Theme</Template>
  <TotalTime>103</TotalTime>
  <Words>2314</Words>
  <Application>Microsoft Macintosh PowerPoint</Application>
  <PresentationFormat>Widescreen</PresentationFormat>
  <Paragraphs>461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Wingdings</vt:lpstr>
      <vt:lpstr>Aptos Narrow</vt:lpstr>
      <vt:lpstr>Aptos</vt:lpstr>
      <vt:lpstr>HPE Graphik Semibold</vt:lpstr>
      <vt:lpstr>Arial</vt:lpstr>
      <vt:lpstr>HPE Graphik</vt:lpstr>
      <vt:lpstr>HPE Graphik Light</vt:lpstr>
      <vt:lpstr>HPE Light Theme</vt:lpstr>
      <vt:lpstr>AI Observability Analytics for PCAI in OpsRamp</vt:lpstr>
      <vt:lpstr>Agenda</vt:lpstr>
      <vt:lpstr>Objective</vt:lpstr>
      <vt:lpstr>Infrastructure-Aware Agent Trajectory  &amp; Quality Observability</vt:lpstr>
      <vt:lpstr>Analytics Queries  </vt:lpstr>
      <vt:lpstr>What is an Agent Trajectory ?</vt:lpstr>
      <vt:lpstr>Architecture</vt:lpstr>
      <vt:lpstr>Trajectory Analytics Workflow</vt:lpstr>
      <vt:lpstr>ETL pipeline</vt:lpstr>
      <vt:lpstr>ETL pipeline</vt:lpstr>
      <vt:lpstr>Analytics Pipeline</vt:lpstr>
      <vt:lpstr>Analytics Pipeline</vt:lpstr>
      <vt:lpstr>Next Step</vt:lpstr>
      <vt:lpstr>Demo</vt:lpstr>
      <vt:lpstr>Pipeline</vt:lpstr>
      <vt:lpstr>Schema - Trajectory Path &amp; Span Step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Chatterjee, Shantanu</dc:creator>
  <cp:lastModifiedBy>Jain, Agam</cp:lastModifiedBy>
  <cp:revision>8</cp:revision>
  <dcterms:created xsi:type="dcterms:W3CDTF">2026-02-19T12:13:40Z</dcterms:created>
  <dcterms:modified xsi:type="dcterms:W3CDTF">2026-03-06T10:19:11Z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0x010100BBC6F68666B2224DBD60E57DCD303CF2</vt:lpwstr>
  </property>
</Properties>
</file>